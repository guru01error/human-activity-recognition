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335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9144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146304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17373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20116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0" y="2468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10149840" y="30175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32918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9482328" y="978408"/>
            <a:ext cx="548640" cy="5486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30968" y="1527048"/>
            <a:ext cx="548640" cy="5486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08008" y="978408"/>
            <a:ext cx="274320" cy="82296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08008" y="1801368"/>
            <a:ext cx="365760" cy="73152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73768" y="2532888"/>
            <a:ext cx="640080" cy="5486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90888" y="2532888"/>
            <a:ext cx="182880" cy="82296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688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7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ACTIVITY RECOGNITION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Activity Detection using Pose Estimation &amp; Machine Learning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Presentation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|  AIML Diploma, MSBTE  |  Class AN-A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813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9385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67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Human Activity Recognition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4813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26280" y="19385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267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this project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14813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21040" y="19385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2267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libraries used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1272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3584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136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pipeline works end-to-end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43400" y="30175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6280" y="31272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26280" y="3584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39136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pose landmarks via webcam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30175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21040" y="31272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21040" y="3584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39136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4773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" y="5230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Results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55595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predictions and accuracy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43400" y="4663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26280" y="4773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26280" y="5230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26280" y="55595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faced and how they were solved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38160" y="4663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321040" y="4773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321040" y="5230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21040" y="55595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 and next steps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6035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 (HAR) is the process of identifying what a person is physically doing — such as standing, sitting, walking, or waving — using visual or sensor data, and is widely used in fitness tracking, surveillance, healthcare monitoring, and human-computer interaction.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webcam-based HAR system: it captures body pose in real time and classifies the ongoing activity using a trained machine learning model.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49440" y="1417320"/>
            <a:ext cx="4663440" cy="4480560"/>
          </a:xfrm>
          <a:prstGeom prst="roundRect">
            <a:avLst>
              <a:gd name="adj" fmla="val 2041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26948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Chosen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6948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/ Webcam-based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26948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(instead of wearable sensor data)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69480" y="3108960"/>
            <a:ext cx="4023360" cy="0"/>
          </a:xfrm>
          <a:prstGeom prst="line">
            <a:avLst/>
          </a:prstGeom>
          <a:noFill/>
          <a:ln w="12700">
            <a:solidFill>
              <a:srgbClr val="1E6C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333756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269480" y="3337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35240" y="32735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hardware needed — just a webcam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397764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3977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35240" y="39136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body pose landmarks, not raw pixels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69480" y="461772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4617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5240" y="455371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skeleton tracking with MediaPipe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9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9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human body pose in real time using a webcam feed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6260" y="1874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9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90" dirty="0"/>
          </a:p>
        </p:txBody>
      </p:sp>
      <p:sp>
        <p:nvSpPr>
          <p:cNvPr id="12" name="Text 10"/>
          <p:cNvSpPr/>
          <p:nvPr/>
        </p:nvSpPr>
        <p:spPr>
          <a:xfrm>
            <a:off x="3520440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1089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pose into 33 landmark points (x, y, z) — 99 numeric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00900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2009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9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90" dirty="0"/>
          </a:p>
        </p:txBody>
      </p:sp>
      <p:sp>
        <p:nvSpPr>
          <p:cNvPr id="17" name="Text 15"/>
          <p:cNvSpPr/>
          <p:nvPr/>
        </p:nvSpPr>
        <p:spPr>
          <a:xfrm>
            <a:off x="6355080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machine learning model to recognize the activity from those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35540" y="1874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55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9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90" dirty="0"/>
          </a:p>
        </p:txBody>
      </p:sp>
      <p:sp>
        <p:nvSpPr>
          <p:cNvPr id="22" name="Text 20"/>
          <p:cNvSpPr/>
          <p:nvPr/>
        </p:nvSpPr>
        <p:spPr>
          <a:xfrm>
            <a:off x="9189720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Live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35440" y="31089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predicted activity on screen instantly, frame by frame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109960" cy="1188720"/>
          </a:xfrm>
          <a:prstGeom prst="roundRect">
            <a:avLst>
              <a:gd name="adj" fmla="val 7692"/>
            </a:avLst>
          </a:prstGeom>
          <a:solidFill>
            <a:srgbClr val="0B2E33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212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real-time system that recognizes 4 activities — standing, sitting, walking, waving — directly from a live webcam feed.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5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755" dirty="0"/>
          </a:p>
        </p:txBody>
      </p:sp>
      <p:sp>
        <p:nvSpPr>
          <p:cNvPr id="7" name="Text 5"/>
          <p:cNvSpPr/>
          <p:nvPr/>
        </p:nvSpPr>
        <p:spPr>
          <a:xfrm>
            <a:off x="1554480" y="1801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(3.11 venv used for MediaPipe compatibility)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202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5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5440680" y="1801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21945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capture, frame processing &amp; on-screen display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5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</a:t>
            </a:r>
            <a:endParaRPr lang="en-US" sz="1755" dirty="0"/>
          </a:p>
        </p:txBody>
      </p:sp>
      <p:sp>
        <p:nvSpPr>
          <p:cNvPr id="17" name="Text 15"/>
          <p:cNvSpPr/>
          <p:nvPr/>
        </p:nvSpPr>
        <p:spPr>
          <a:xfrm>
            <a:off x="9326880" y="1801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0.10.14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0" y="21945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pose detection — 33 body landmarks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490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49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5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755" dirty="0"/>
          </a:p>
        </p:txBody>
      </p:sp>
      <p:sp>
        <p:nvSpPr>
          <p:cNvPr id="22" name="Text 20"/>
          <p:cNvSpPr/>
          <p:nvPr/>
        </p:nvSpPr>
        <p:spPr>
          <a:xfrm>
            <a:off x="1554480" y="36301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40233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for activity prediction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34290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7490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749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5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755" dirty="0"/>
          </a:p>
        </p:txBody>
      </p:sp>
      <p:sp>
        <p:nvSpPr>
          <p:cNvPr id="27" name="Text 25"/>
          <p:cNvSpPr/>
          <p:nvPr/>
        </p:nvSpPr>
        <p:spPr>
          <a:xfrm>
            <a:off x="5440680" y="36301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40233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merging landmark datasets (CSV)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21040" y="34290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2B2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9640" y="37490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3749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5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</a:t>
            </a:r>
            <a:endParaRPr lang="en-US" sz="1755" dirty="0"/>
          </a:p>
        </p:txBody>
      </p:sp>
      <p:sp>
        <p:nvSpPr>
          <p:cNvPr id="32" name="Text 30"/>
          <p:cNvSpPr/>
          <p:nvPr/>
        </p:nvSpPr>
        <p:spPr>
          <a:xfrm>
            <a:off x="9326880" y="36301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26880" y="40233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&amp; loading the trained model (.pkl)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379476" y="22402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0F3D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" y="23500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6636" y="2743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Input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16636" y="3200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frame captured via OpenCV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71116" y="29032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27148" y="22402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0F3D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4308" y="23500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64308" y="2743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Detection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64308" y="3200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detects 33 body landmarks per frame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18788" y="29032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74820" y="22402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0F3D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1980" y="23500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11980" y="2743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11980" y="3200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y, z) of each landmark → 99 features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66460" y="29032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22492" y="22402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0F3D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9652" y="23500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9652" y="2743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9652" y="3200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predicts activity + confidence 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914132" y="29032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70164" y="22402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0F3D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7324" y="23500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07324" y="2743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07324" y="3200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predictions smoothed for a stable label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61804" y="29032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17836" y="22402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0F3D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4996" y="23500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254996" y="2743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Output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254996" y="3200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+ activity, confidence, bar shown live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Camera → Pose Landmarks → Feature Vector → Trained Model → Live Prediction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collect_data.py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script records pose landmarks for one activity at a time and appends them to that activity's CSV file.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97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64261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activity name (standing / sitting / walking / waving)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64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20954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opens — MediaPipe Pose tracks the body in real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313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7764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detected frame, all 33 landmarks' (x, y, z) are extracted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98264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982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343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of 99 values is written to dataset/&lt;activity&gt;.csv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417320"/>
            <a:ext cx="4663440" cy="4480560"/>
          </a:xfrm>
          <a:prstGeom prst="roundRect">
            <a:avLst>
              <a:gd name="adj" fmla="val 204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Becomes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7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7269480" y="28803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landmarks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 MediaPipe Pose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269480" y="3611880"/>
            <a:ext cx="4023360" cy="0"/>
          </a:xfrm>
          <a:prstGeom prst="line">
            <a:avLst/>
          </a:prstGeom>
          <a:noFill/>
          <a:ln w="12700">
            <a:solidFill>
              <a:srgbClr val="1E6C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3794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7269480" y="46634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per frame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y, z for each landmark)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69480" y="5394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one row per frame in the activity's CSV file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394960"/>
            <a:ext cx="7498080" cy="0"/>
          </a:xfrm>
          <a:prstGeom prst="line">
            <a:avLst/>
          </a:prstGeom>
          <a:noFill/>
          <a:ln w="12700">
            <a:solidFill>
              <a:srgbClr val="C7DA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554480" cy="3566160"/>
          </a:xfrm>
          <a:prstGeom prst="roundRect">
            <a:avLst>
              <a:gd name="adj" fmla="val 352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447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2177280"/>
            <a:ext cx="1554480" cy="3217680"/>
          </a:xfrm>
          <a:prstGeom prst="roundRect">
            <a:avLst>
              <a:gd name="adj" fmla="val 3529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7932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77840" y="3217297"/>
            <a:ext cx="1554480" cy="2177663"/>
          </a:xfrm>
          <a:prstGeom prst="roundRect">
            <a:avLst>
              <a:gd name="adj" fmla="val 3529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833249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3835612"/>
            <a:ext cx="1554480" cy="1559348"/>
          </a:xfrm>
          <a:prstGeom prst="roundRect">
            <a:avLst>
              <a:gd name="adj" fmla="val 3529"/>
            </a:avLst>
          </a:prstGeom>
          <a:solidFill>
            <a:srgbClr val="6BAAA6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345156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528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8978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(rows) collected per activity class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95360" y="1828800"/>
            <a:ext cx="3017520" cy="3566160"/>
          </a:xfrm>
          <a:prstGeom prst="roundRect">
            <a:avLst>
              <a:gd name="adj" fmla="val 3030"/>
            </a:avLst>
          </a:prstGeom>
          <a:solidFill>
            <a:srgbClr val="0B2E33"/>
          </a:solidFill>
          <a:ln/>
        </p:spPr>
      </p:sp>
      <p:sp>
        <p:nvSpPr>
          <p:cNvPr id="19" name="Text 17"/>
          <p:cNvSpPr/>
          <p:nvPr/>
        </p:nvSpPr>
        <p:spPr>
          <a:xfrm>
            <a:off x="8732520" y="21031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7,759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73252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classes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23960" y="3474720"/>
            <a:ext cx="2560320" cy="0"/>
          </a:xfrm>
          <a:prstGeom prst="line">
            <a:avLst/>
          </a:prstGeom>
          <a:noFill/>
          <a:ln w="12700">
            <a:solidFill>
              <a:srgbClr val="1E6C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36118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732520" y="42519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classes: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Standing, Sitting,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Walking, Waving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train_model.py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035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9659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6035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87752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2587752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(n_estimators = 100)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6035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9544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320954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 (stratified)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6035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3133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831336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CSVs merged — labeled by activity name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53128"/>
            <a:ext cx="6035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453128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4453128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→ models/activity_model.pkl (via joblib)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417320"/>
            <a:ext cx="4663440" cy="4480560"/>
          </a:xfrm>
          <a:prstGeom prst="roundRect">
            <a:avLst>
              <a:gd name="adj" fmla="val 2041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69480" y="2286000"/>
            <a:ext cx="274320" cy="274320"/>
          </a:xfrm>
          <a:prstGeom prst="ellipse">
            <a:avLst/>
          </a:prstGeom>
          <a:solidFill>
            <a:srgbClr val="0B2E33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0" y="2194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numeric landmark data well, no scaling needed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3063240"/>
            <a:ext cx="274320" cy="274320"/>
          </a:xfrm>
          <a:prstGeom prst="ellipse">
            <a:avLst/>
          </a:prstGeom>
          <a:solidFill>
            <a:srgbClr val="0B2E33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0" y="2971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noise from small pose-tracking jitters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69480" y="3840480"/>
            <a:ext cx="274320" cy="274320"/>
          </a:xfrm>
          <a:prstGeom prst="ellipse">
            <a:avLst/>
          </a:prstGeom>
          <a:solidFill>
            <a:srgbClr val="0B2E33"/>
          </a:solidFill>
          <a:ln/>
        </p:spPr>
      </p:sp>
      <p:sp>
        <p:nvSpPr>
          <p:cNvPr id="29" name="Text 27"/>
          <p:cNvSpPr/>
          <p:nvPr/>
        </p:nvSpPr>
        <p:spPr>
          <a:xfrm>
            <a:off x="72694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680960" y="3749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— avoided deep learning setup issues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69480" y="4617720"/>
            <a:ext cx="274320" cy="274320"/>
          </a:xfrm>
          <a:prstGeom prst="ellipse">
            <a:avLst/>
          </a:prstGeom>
          <a:solidFill>
            <a:srgbClr val="0B2E33"/>
          </a:solidFill>
          <a:ln/>
        </p:spPr>
      </p:sp>
      <p:sp>
        <p:nvSpPr>
          <p:cNvPr id="32" name="Text 30"/>
          <p:cNvSpPr/>
          <p:nvPr/>
        </p:nvSpPr>
        <p:spPr>
          <a:xfrm>
            <a:off x="726948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80960" y="45262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excellent accuracy on this dataset size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refactored from one script into clean, modular components: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6771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class — opens/reads/releases the webcam feed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predictor.py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226771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ActivityPredictor class — loads the model, returns activity + confidence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21040" y="18288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226771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draw_ui() — renders the AI Dashboard panel (activity, confidence bar)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0B2E33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7355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932688" y="327355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3856" y="327355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1821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predictor.py — confidence score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5661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hasattr</a:t>
            </a: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(self.model, </a:t>
            </a: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"predict_proba"</a:t>
            </a: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 =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(self.model.predict_proba(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[landmarks])[0]) *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1089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0B2E33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327355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Shape 20"/>
          <p:cNvSpPr/>
          <p:nvPr/>
        </p:nvSpPr>
        <p:spPr>
          <a:xfrm>
            <a:off x="6556248" y="327355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3" name="Shape 21"/>
          <p:cNvSpPr/>
          <p:nvPr/>
        </p:nvSpPr>
        <p:spPr>
          <a:xfrm>
            <a:off x="6757416" y="327355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31821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majority-vote smoothing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5661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prediction_history = </a:t>
            </a: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</a:t>
            </a: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(maxlen=</a:t>
            </a:r>
            <a:r>
              <a:rPr lang="en-US" sz="11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prediction_history.append(activity)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 =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(prediction_history)\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.most_common(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F7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)[0][0]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smoother, more reliable predictions — no flickering between activities frame to frame.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82880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0F3D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317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99.68%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on Test 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(20% held-out stratified test split)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8288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0" y="242316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2423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3317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activities — standing, sitting, walking, waving — are visually distinct in pose, so landmark features separate them cleanly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3337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2461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generalized well despite a modest dataset size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425196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4251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41605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remain stable and consistent frame-to-frame in live testing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Prediction (app.py)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5760720" cy="4343400"/>
          </a:xfrm>
          <a:prstGeom prst="roundRect">
            <a:avLst>
              <a:gd name="adj" fmla="val 1684"/>
            </a:avLst>
          </a:prstGeom>
          <a:solidFill>
            <a:srgbClr val="0B2E33"/>
          </a:solidFill>
          <a:ln/>
        </p:spPr>
      </p:sp>
      <p:pic>
        <p:nvPicPr>
          <p:cNvPr id="5" name="Image 0" descr="/home/claude/har_ppt/output_cropped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737360"/>
            <a:ext cx="5394960" cy="3300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120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 — live webcam test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 live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0" y="214884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95160" y="203911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trained model via ActivityPredictor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2862072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95160" y="27523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live frames and runs MediaPipe Pose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0" y="357530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3575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95160" y="346557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skeleton overlay on the video feed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0" y="4288536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4288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99516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activity + confidence, smooths over last 10 frames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83680" y="500176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0" y="5001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95160" y="4892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AI Dashboard panel live until ‘Q’ quits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635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09728" cy="12344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09928"/>
            <a:ext cx="26517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conflicts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03320" y="1709928"/>
            <a:ext cx="37490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protobuf, and MediaPipe clashed on Python 3.13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43800" y="1764792"/>
            <a:ext cx="0" cy="905256"/>
          </a:xfrm>
          <a:prstGeom prst="line">
            <a:avLst/>
          </a:prstGeom>
          <a:noFill/>
          <a:ln w="12700">
            <a:solidFill>
              <a:srgbClr val="DCE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up a dedicated Python 3.11 virtual environment on Windows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635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017520"/>
            <a:ext cx="109728" cy="123444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27248"/>
            <a:ext cx="26517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API changes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03320" y="3127248"/>
            <a:ext cx="37490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MediaPipe versions removed the mp.solutions API used for pose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43800" y="3182112"/>
            <a:ext cx="0" cy="905256"/>
          </a:xfrm>
          <a:prstGeom prst="line">
            <a:avLst/>
          </a:prstGeom>
          <a:noFill/>
          <a:ln w="12700">
            <a:solidFill>
              <a:srgbClr val="DCE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3127248"/>
            <a:ext cx="35661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Pinned to MediaPipe 0.10.14, which still supports 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635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434840"/>
            <a:ext cx="109728" cy="12344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544568"/>
            <a:ext cx="26517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03320" y="4544568"/>
            <a:ext cx="37490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planned an LSTM (deep learning) approach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43800" y="4599432"/>
            <a:ext cx="0" cy="905256"/>
          </a:xfrm>
          <a:prstGeom prst="line">
            <a:avLst/>
          </a:prstGeom>
          <a:noFill/>
          <a:ln w="12700">
            <a:solidFill>
              <a:srgbClr val="DCEA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4544568"/>
            <a:ext cx="35661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Switched to scikit-learn's Random Forest — simpler, faster, and just as accurate for this data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0F3D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real-time HAR pipeline — from webcam pose capture to live activity prediction — achieving 99.68% accuracy on 4 activity classes using MediaPipe and a Random Forest classifier.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real environment/version issues independently, showing practical debugging and adaptability alongside the ML work.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0F3D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22860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217627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activity classes (running, jumping, falling)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0632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295351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LSTM / deep learning for sequential motion patterns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8404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373075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 app or mobile app for wider use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46177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450799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multi-person detection in a single frame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3120" y="48463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53949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56692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59436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5603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7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75504" y="4251960"/>
            <a:ext cx="18288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1254</Words>
  <Application>Microsoft Office PowerPoint</Application>
  <PresentationFormat>Widescreen</PresentationFormat>
  <Paragraphs>272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gurudatta kalel</cp:lastModifiedBy>
  <cp:revision>2</cp:revision>
  <dcterms:created xsi:type="dcterms:W3CDTF">2026-08-05T17:40:24Z</dcterms:created>
  <dcterms:modified xsi:type="dcterms:W3CDTF">2026-08-10T17:32:23Z</dcterms:modified>
</cp:coreProperties>
</file>